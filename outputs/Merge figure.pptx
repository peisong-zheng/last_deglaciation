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2668" y="-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E390B-65F5-B7AA-B4A4-D2FE3A3E8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E3FC4F-A82A-1058-B86B-F8368F847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54EEC7-17BB-124C-36EA-60FDE6C53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31BC7-C306-06E5-09CE-2B3A27B5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1ABC90-9B61-6282-6D95-C66240C0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32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E82073-0A1B-C9AD-04A1-0A907E66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ECAB47-C981-0D01-FE41-1865C93FA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3FB139-D31A-8A7D-9A30-1412CBBF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906047-5FF9-F2AF-2173-C784AEE7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D85B03-0E2C-B18B-BB38-5840E30B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130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DF619-91C9-F14B-6A93-35B19E175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457FED-E2B6-E221-F006-94AEB6685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9F30C6-9204-721D-9B5D-0DCA61BC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6511A-A5A1-3932-9609-D5425C18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B7B927-0246-A318-2F02-0FC14ECC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30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B0690A-D3A3-22A3-0A1F-F6E88A73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15CF65-EBC2-9217-6BA3-330D92751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6C9EB1-DD2F-152A-D7A4-797CBE952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01062A-69D8-0795-F2EA-53011F3B8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AE4BBF-28B2-33FD-34A1-236A3AAB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984FFC-80D8-BAF3-D624-89622308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68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6F81E-6D9E-0F60-C56D-62CE14361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B8E380-6FC2-D091-3F43-E66B757C3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8271ED-1228-B3C7-C460-D4C0C6004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5583F1-2895-0F58-C304-70136D675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3BD566-1409-6456-A40F-856851FD4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EA1FB6-D398-FF84-5708-9EB8A91F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CCF5EC-D487-F83F-AB1D-6DFDE1E5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683E89-641C-3803-A2B3-7BA59420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901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D9B2D-3E9C-3BF5-0804-DC2C8B52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BB2B96-CE49-5D53-EDBB-41BDE4CD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65EFE8-DC41-93D8-AED8-B9D6E91A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7643D8-DA95-A17F-BCDA-06058617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099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71C9D1-7F77-D987-FDAB-AF8F87AE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4D478D-3EC2-222F-2816-279629C77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0D8CB-AE90-989A-C964-84921133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17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6B1DE-8992-D269-8DC5-10382176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1AAF97-467A-3578-2C51-57EB56FA9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503E8F-DE63-5B4F-E9DF-3969A9963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B963E9-E018-565D-BC9F-76A807B9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1D4C9-D750-4D0D-B503-379C93C25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7D6D10-E346-F38D-079D-F25B1FDF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708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2002F-98DA-54FF-F9A1-DBCE5ECB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200464-F5F8-82BC-3188-053D0C710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68C879-F68E-A903-B34F-D8A870782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925368-DEBE-52F2-17DD-218C81C9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88D499-4DAB-1F22-90BC-37ABE5A0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11EE95-E9C3-CF7B-9BC9-0393E703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451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421C8-052D-01E2-3432-31171A6A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169F6A-46A4-D772-2C98-BF7072772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624689-8AF1-AAA5-D29B-871A3DDF7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31343-E200-50C5-C4EB-3700EC3D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9A2516-5A31-DC2B-1878-081F4F8C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529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CCFF52-CBA1-5AED-2438-07A819F917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A60BE6-43EE-95C0-C2D2-A59D7714A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9B34A9-831D-837C-9C11-6488619FD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CD865F-46CA-D687-FD2C-C5A1F7D7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737322-8DEA-32A0-D596-7E34D407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712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8D8C72-1A85-88E8-7E55-D57022D02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92CF23-C08F-4613-4A81-105C79479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9E1BFE-0D38-CD5C-842C-65F0C09FC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AF74F-7F2A-485A-A126-313CE0B22122}" type="datetimeFigureOut">
              <a:rPr lang="en-GB" smtClean="0"/>
              <a:t>24/04/2025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01E246-4094-0196-9931-BA5872B59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24472E-C2FE-4468-9989-61059199A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B5338-318D-4F5C-A566-D24C434400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923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C6752FC0-2DB7-DC6A-15FA-BF4DF6EEAF79}"/>
              </a:ext>
            </a:extLst>
          </p:cNvPr>
          <p:cNvGrpSpPr/>
          <p:nvPr/>
        </p:nvGrpSpPr>
        <p:grpSpPr>
          <a:xfrm>
            <a:off x="3801247" y="1265229"/>
            <a:ext cx="4690745" cy="3810000"/>
            <a:chOff x="3801247" y="1265229"/>
            <a:chExt cx="4690745" cy="3810000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5C396D27-6B5D-DE46-8FAC-E7BAB52A81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2960981"/>
                </p:ext>
              </p:extLst>
            </p:nvPr>
          </p:nvGraphicFramePr>
          <p:xfrm>
            <a:off x="3801247" y="2483356"/>
            <a:ext cx="2484643" cy="1373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DF" r:id="rId2" imgW="0" imgH="360" progId="FoxitReader.Document">
                    <p:embed/>
                  </p:oleObj>
                </mc:Choice>
                <mc:Fallback>
                  <p:oleObj name="PDF" r:id="rId2" imgW="0" imgH="360" progId="FoxitReader.Document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801247" y="2483356"/>
                          <a:ext cx="2484643" cy="13737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26D7661-5E1D-3D9A-6484-379389EA5F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8203277"/>
                </p:ext>
              </p:extLst>
            </p:nvPr>
          </p:nvGraphicFramePr>
          <p:xfrm>
            <a:off x="6459992" y="1265229"/>
            <a:ext cx="2032000" cy="381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DF" r:id="rId4" imgW="0" imgH="360" progId="FoxitReader.Document">
                    <p:embed/>
                  </p:oleObj>
                </mc:Choice>
                <mc:Fallback>
                  <p:oleObj name="PDF" r:id="rId4" imgW="0" imgH="360" progId="FoxitReader.Document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459992" y="1265229"/>
                          <a:ext cx="2032000" cy="3810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99421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主题​​</vt:lpstr>
      <vt:lpstr>Foxit PDF Document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peisong zheng</dc:creator>
  <cp:lastModifiedBy>peisong zheng</cp:lastModifiedBy>
  <cp:revision>1</cp:revision>
  <dcterms:created xsi:type="dcterms:W3CDTF">2025-04-24T13:12:26Z</dcterms:created>
  <dcterms:modified xsi:type="dcterms:W3CDTF">2025-04-24T13:13:45Z</dcterms:modified>
</cp:coreProperties>
</file>